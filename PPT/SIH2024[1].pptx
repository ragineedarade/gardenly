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20" y="2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ginee darade" userId="840e65815435179d" providerId="LiveId" clId="{AF52369D-3E82-43B8-8B3A-F717EAA4FA58}"/>
    <pc:docChg chg="modSld">
      <pc:chgData name="raginee darade" userId="840e65815435179d" providerId="LiveId" clId="{AF52369D-3E82-43B8-8B3A-F717EAA4FA58}" dt="2024-12-14T11:06:32.362" v="6" actId="14100"/>
      <pc:docMkLst>
        <pc:docMk/>
      </pc:docMkLst>
      <pc:sldChg chg="modSp mod">
        <pc:chgData name="raginee darade" userId="840e65815435179d" providerId="LiveId" clId="{AF52369D-3E82-43B8-8B3A-F717EAA4FA58}" dt="2024-12-14T11:06:32.362" v="6" actId="14100"/>
        <pc:sldMkLst>
          <pc:docMk/>
          <pc:sldMk cId="3916788613" sldId="296"/>
        </pc:sldMkLst>
        <pc:picChg chg="mod">
          <ac:chgData name="raginee darade" userId="840e65815435179d" providerId="LiveId" clId="{AF52369D-3E82-43B8-8B3A-F717EAA4FA58}" dt="2024-12-14T11:06:32.362" v="6" actId="14100"/>
          <ac:picMkLst>
            <pc:docMk/>
            <pc:sldMk cId="3916788613" sldId="296"/>
            <ac:picMk id="2" creationId="{2D66365E-AC79-1142-9509-F8DDAC466EC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12/14/2024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12/14/2024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12/14/2024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12/14/2024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12/14/2024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12/14/2024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12/14/2024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12/14/2024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12/14/2024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12/14/2024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12/14/2024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12/14/2024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12/14/2024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07/relationships/media" Target="../media/media2.mp4"/><Relationship Id="rId7" Type="http://schemas.openxmlformats.org/officeDocument/2006/relationships/image" Target="../media/image2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2.mp4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3" Type="http://schemas.microsoft.com/office/2007/relationships/media" Target="../media/media2.mp4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6.png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video" Target="../media/media1.mp4"/><Relationship Id="rId11" Type="http://schemas.openxmlformats.org/officeDocument/2006/relationships/image" Target="../media/image7.png"/><Relationship Id="rId5" Type="http://schemas.microsoft.com/office/2007/relationships/media" Target="../media/media1.mp4"/><Relationship Id="rId10" Type="http://schemas.openxmlformats.org/officeDocument/2006/relationships/image" Target="../media/image8.png"/><Relationship Id="rId4" Type="http://schemas.openxmlformats.org/officeDocument/2006/relationships/video" Target="../media/media2.mp4"/><Relationship Id="rId9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8644522" y="1988772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2457450" y="851521"/>
            <a:ext cx="4725014" cy="581148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2024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3155" y="1259657"/>
            <a:ext cx="771525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SIH1555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virtual herbal garden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sz="2400" b="1" i="0" dirty="0">
                <a:solidFill>
                  <a:srgbClr val="212529"/>
                </a:solidFill>
                <a:effectLst/>
                <a:latin typeface="montserratregular"/>
              </a:rPr>
              <a:t>MedTech / Bio Tech / Health Tech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	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Virtual Herbal Garden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85068" y="2319806"/>
            <a:ext cx="12191999" cy="37548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Idea Overview</a:t>
            </a:r>
            <a:r>
              <a:rPr lang="en-US" sz="30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:</a:t>
            </a:r>
            <a:r>
              <a:rPr lang="en-US" sz="3000" dirty="0"/>
              <a:t> </a:t>
            </a:r>
            <a:r>
              <a:rPr lang="en-US" sz="2000" dirty="0"/>
              <a:t>  </a:t>
            </a:r>
            <a:r>
              <a:rPr lang="en-IN" sz="2000" dirty="0"/>
              <a:t>Virtual Herbal Garden is a digital platform designed to offer an interactive and immersive educational experience centred around medicinal plants used in the AYUSH sector, which includes Ayurveda, Yoga &amp; Naturopathy, Unani, Siddha, and Homeopathy.</a:t>
            </a: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000" b="1" dirty="0">
                <a:solidFill>
                  <a:srgbClr val="002060"/>
                </a:solidFill>
              </a:rPr>
              <a:t> Features: </a:t>
            </a:r>
            <a:r>
              <a:rPr lang="en-US" sz="2000" dirty="0"/>
              <a:t>efficiency use of current technologies to make a multi dimensional model of the plant and show casing the usage, features, location, and some common uses of the herb.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000" b="1" dirty="0">
                <a:solidFill>
                  <a:srgbClr val="002060"/>
                </a:solidFill>
              </a:rPr>
              <a:t>User Experience</a:t>
            </a:r>
            <a:r>
              <a:rPr lang="en-US" sz="3000" dirty="0">
                <a:solidFill>
                  <a:srgbClr val="002060"/>
                </a:solidFill>
              </a:rPr>
              <a:t>: </a:t>
            </a:r>
            <a:r>
              <a:rPr lang="en-US" sz="2000" dirty="0"/>
              <a:t>Describe how the solution will offer an immersive and engaging experience for users, making the knowledge of medicinal plants accessible from anywhere.</a:t>
            </a: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2800" b="1" dirty="0"/>
              <a:t> 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@SIH Idea submission- Byte Bard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Byte Bard</a:t>
            </a:r>
            <a:endParaRPr lang="en-IN" dirty="0"/>
          </a:p>
        </p:txBody>
      </p:sp>
      <p:pic>
        <p:nvPicPr>
          <p:cNvPr id="11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A green leaf with white veins&#10;&#10;Description automatically generated">
            <a:extLst>
              <a:ext uri="{FF2B5EF4-FFF2-40B4-BE49-F238E27FC236}">
                <a16:creationId xmlns:a16="http://schemas.microsoft.com/office/drawing/2014/main" id="{19E5713E-79A3-BCD9-F663-2843592BAE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8763" y="133233"/>
            <a:ext cx="1097218" cy="1097218"/>
          </a:xfrm>
          <a:prstGeom prst="rect">
            <a:avLst/>
          </a:prstGeom>
        </p:spPr>
      </p:pic>
      <p:pic>
        <p:nvPicPr>
          <p:cNvPr id="20" name="Picture 19" descr="A green leaf with white veins&#10;&#10;Description automatically generated">
            <a:extLst>
              <a:ext uri="{FF2B5EF4-FFF2-40B4-BE49-F238E27FC236}">
                <a16:creationId xmlns:a16="http://schemas.microsoft.com/office/drawing/2014/main" id="{81E40CD7-8790-924F-8FAD-088F857C58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9560" y="133233"/>
            <a:ext cx="1132963" cy="11329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29773" y="97129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Byte Bard</a:t>
            </a: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Byte Bard</a:t>
            </a:r>
            <a:endParaRPr lang="en-IN" dirty="0"/>
          </a:p>
          <a:p>
            <a:pPr algn="ctr"/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A72B731-2550-5939-A840-34800E7EBE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6322" y="2404825"/>
            <a:ext cx="4244164" cy="354635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43" y="1255882"/>
            <a:ext cx="3707915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24393" y="-47625"/>
            <a:ext cx="11458007" cy="1143000"/>
          </a:xfrm>
        </p:spPr>
        <p:txBody>
          <a:bodyPr/>
          <a:lstStyle/>
          <a:p>
            <a:pPr eaLnBrk="1" hangingPunct="1"/>
            <a:r>
              <a:rPr lang="en-US" sz="3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5878" y="1577448"/>
            <a:ext cx="7806322" cy="45755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High User </a:t>
            </a:r>
            <a:r>
              <a:rPr lang="en-IN" sz="2000" b="1" dirty="0"/>
              <a:t>Engagement</a:t>
            </a:r>
            <a:r>
              <a:rPr lang="en-IN" sz="2000" dirty="0"/>
              <a:t>: </a:t>
            </a:r>
            <a:r>
              <a:rPr lang="en-US" sz="2000" dirty="0"/>
              <a:t>Interactive and engaging features will attract and retain users.</a:t>
            </a: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1" dirty="0"/>
              <a:t>3D Model Optimization</a:t>
            </a:r>
            <a:r>
              <a:rPr lang="en-US" sz="2000" dirty="0"/>
              <a:t>: Ensure fast loading and high quality of 3D models.</a:t>
            </a:r>
            <a:endParaRPr lang="en-US" sz="20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1" dirty="0"/>
              <a:t>Cross-Platform Compatibility</a:t>
            </a:r>
            <a:r>
              <a:rPr lang="en-US" sz="2000" dirty="0"/>
              <a:t>: Design to work smoothly across various devices and browsers.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1" dirty="0"/>
              <a:t>Expert Collaboration</a:t>
            </a:r>
            <a:r>
              <a:rPr lang="en-US" sz="2000" dirty="0"/>
              <a:t>: Work with AYUSH professionals to ensure accurate plant information.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1" dirty="0"/>
              <a:t>User Testing</a:t>
            </a:r>
            <a:r>
              <a:rPr lang="en-US" sz="2000" dirty="0"/>
              <a:t>: Refine the interface through extensive user testing for ease of use.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1" dirty="0"/>
              <a:t>Data Security Measures</a:t>
            </a:r>
            <a:r>
              <a:rPr lang="en-US" sz="2000" dirty="0"/>
              <a:t>: Implement encryption and regular audits to protect user data.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1" dirty="0"/>
              <a:t>Scalability</a:t>
            </a:r>
            <a:r>
              <a:rPr lang="en-US" sz="2000" dirty="0"/>
              <a:t>: Design the platform to grow with additional features and content over time.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</a:t>
            </a:r>
            <a:r>
              <a:rPr lang="en-US" b="1" dirty="0">
                <a:solidFill>
                  <a:prstClr val="white"/>
                </a:solidFill>
              </a:rPr>
              <a:t>Byte Bard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76537" y="81376"/>
            <a:ext cx="1973949" cy="101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24393" y="208239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Byte Bard</a:t>
            </a:r>
            <a:endParaRPr lang="en-IN" dirty="0"/>
          </a:p>
          <a:p>
            <a:pPr algn="ctr"/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D5DE72-81A1-6515-3468-408756F1B9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7064" y="166535"/>
            <a:ext cx="890741" cy="8907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F38358-FED0-A5D8-2903-8E839E77D9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1958" y="2404825"/>
            <a:ext cx="4244164" cy="354635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750CF27-F34C-52A1-6C62-9AF6E89D6E69}"/>
              </a:ext>
            </a:extLst>
          </p:cNvPr>
          <p:cNvSpPr txBox="1"/>
          <p:nvPr/>
        </p:nvSpPr>
        <p:spPr>
          <a:xfrm>
            <a:off x="8154370" y="1743105"/>
            <a:ext cx="4011259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700" dirty="0">
                <a:solidFill>
                  <a:srgbClr val="002060"/>
                </a:solidFill>
              </a:rPr>
              <a:t> Technology Stack : </a:t>
            </a: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542DAE5F-7761-BA2E-B9C6-B1F12DC3BD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55BD052-4603-D25E-D1D5-BE22030AC0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9073" y="72466"/>
            <a:ext cx="979231" cy="97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</a:t>
            </a:r>
            <a:r>
              <a:rPr lang="en-US" b="1" dirty="0">
                <a:solidFill>
                  <a:prstClr val="white"/>
                </a:solidFill>
              </a:rPr>
              <a:t>Byte Bard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Byte Bard</a:t>
            </a:r>
            <a:endParaRPr lang="en-IN" dirty="0"/>
          </a:p>
          <a:p>
            <a:pPr algn="ctr"/>
            <a:endParaRPr lang="en-IN" dirty="0"/>
          </a:p>
        </p:txBody>
      </p:sp>
      <p:pic>
        <p:nvPicPr>
          <p:cNvPr id="3" name="tulsi">
            <a:hlinkClick r:id="" action="ppaction://media"/>
            <a:extLst>
              <a:ext uri="{FF2B5EF4-FFF2-40B4-BE49-F238E27FC236}">
                <a16:creationId xmlns:a16="http://schemas.microsoft.com/office/drawing/2014/main" id="{93A3E82B-A8E9-A524-460B-1395F61FA3B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099322" y="3762634"/>
            <a:ext cx="4092677" cy="245560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aashv">
            <a:hlinkClick r:id="" action="ppaction://media"/>
            <a:extLst>
              <a:ext uri="{FF2B5EF4-FFF2-40B4-BE49-F238E27FC236}">
                <a16:creationId xmlns:a16="http://schemas.microsoft.com/office/drawing/2014/main" id="{2E513BFA-EC6A-4D27-D3C0-5967AA9F0455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584380" y="1152752"/>
            <a:ext cx="3151239" cy="1890743"/>
          </a:xfrm>
          <a:prstGeom prst="rect">
            <a:avLst/>
          </a:prstGeom>
          <a:ln>
            <a:noFill/>
          </a:ln>
          <a:effectLst/>
          <a:scene3d>
            <a:camera prst="orthographicFront"/>
            <a:lightRig rig="balanced" dir="t"/>
          </a:scene3d>
          <a:sp3d prstMaterial="softEdge">
            <a:bevelT w="203200" h="101600" prst="cross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54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054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</a:t>
            </a:r>
            <a:r>
              <a:rPr lang="en-US" b="1" dirty="0">
                <a:solidFill>
                  <a:prstClr val="white"/>
                </a:solidFill>
              </a:rPr>
              <a:t>Byte Bard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 Byte Bard</a:t>
            </a:r>
          </a:p>
        </p:txBody>
      </p:sp>
      <p:pic>
        <p:nvPicPr>
          <p:cNvPr id="2" name="zoom for keral (1)">
            <a:hlinkClick r:id="" action="ppaction://media"/>
            <a:extLst>
              <a:ext uri="{FF2B5EF4-FFF2-40B4-BE49-F238E27FC236}">
                <a16:creationId xmlns:a16="http://schemas.microsoft.com/office/drawing/2014/main" id="{2D66365E-AC79-1142-9509-F8DDAC466EC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648928" y="1769806"/>
            <a:ext cx="12078930" cy="4225318"/>
          </a:xfrm>
          <a:prstGeom prst="rect">
            <a:avLst/>
          </a:prstGeom>
        </p:spPr>
      </p:pic>
      <p:pic>
        <p:nvPicPr>
          <p:cNvPr id="3" name="aashv">
            <a:hlinkClick r:id="" action="ppaction://media"/>
            <a:extLst>
              <a:ext uri="{FF2B5EF4-FFF2-40B4-BE49-F238E27FC236}">
                <a16:creationId xmlns:a16="http://schemas.microsoft.com/office/drawing/2014/main" id="{8ED5AD3B-6DB7-D5D9-61EE-C6D438989726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8426514" y="1110302"/>
            <a:ext cx="2754793" cy="1652876"/>
          </a:xfrm>
          <a:prstGeom prst="rect">
            <a:avLst/>
          </a:prstGeom>
        </p:spPr>
      </p:pic>
      <p:pic>
        <p:nvPicPr>
          <p:cNvPr id="4" name="tulsi">
            <a:hlinkClick r:id="" action="ppaction://media"/>
            <a:extLst>
              <a:ext uri="{FF2B5EF4-FFF2-40B4-BE49-F238E27FC236}">
                <a16:creationId xmlns:a16="http://schemas.microsoft.com/office/drawing/2014/main" id="{4A5AED85-2101-7A3B-9DFF-5C5AD0D555A3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955701" y="3539518"/>
            <a:ext cx="4092677" cy="245560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3" dur="803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1054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1" dur="1054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2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28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3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8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39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  <p:bldLst>
      <p:bldP spid="1741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7785</TotalTime>
  <Words>345</Words>
  <Application>Microsoft Office PowerPoint</Application>
  <PresentationFormat>Widescreen</PresentationFormat>
  <Paragraphs>53</Paragraphs>
  <Slides>6</Slides>
  <Notes>5</Notes>
  <HiddenSlides>0</HiddenSlides>
  <MMClips>5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montserratregular</vt:lpstr>
      <vt:lpstr>Times New Roman</vt:lpstr>
      <vt:lpstr>TradeGothic</vt:lpstr>
      <vt:lpstr>Wingdings</vt:lpstr>
      <vt:lpstr>Office Theme</vt:lpstr>
      <vt:lpstr>SMART INDIA HACKATHON 2024</vt:lpstr>
      <vt:lpstr>  Virtual Herbal Garden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raginee darade</cp:lastModifiedBy>
  <cp:revision>149</cp:revision>
  <dcterms:created xsi:type="dcterms:W3CDTF">2013-12-12T18:46:50Z</dcterms:created>
  <dcterms:modified xsi:type="dcterms:W3CDTF">2024-12-14T11:06:35Z</dcterms:modified>
  <cp:category/>
</cp:coreProperties>
</file>